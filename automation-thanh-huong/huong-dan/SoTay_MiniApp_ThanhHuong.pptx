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-2194560"/>
            <a:ext cx="4937760" cy="4937760"/>
          </a:xfrm>
          <a:prstGeom prst="ellipse">
            <a:avLst/>
          </a:prstGeom>
          <a:solidFill>
            <a:srgbClr val="0F3316"/>
          </a:solidFill>
          <a:ln/>
        </p:spPr>
      </p:sp>
      <p:sp>
        <p:nvSpPr>
          <p:cNvPr id="4" name="Shape 2"/>
          <p:cNvSpPr/>
          <p:nvPr/>
        </p:nvSpPr>
        <p:spPr>
          <a:xfrm>
            <a:off x="7269480" y="1554480"/>
            <a:ext cx="4389120" cy="3108960"/>
          </a:xfrm>
          <a:prstGeom prst="roundRect">
            <a:avLst>
              <a:gd name="adj" fmla="val 4706"/>
            </a:avLst>
          </a:prstGeom>
          <a:solidFill>
            <a:srgbClr val="F4EDD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pic>
        <p:nvPicPr>
          <p:cNvPr id="5" name="Image 0" descr="/tmp/claude-0/-home-user-n8n/e6b51ae7-6c99-5683-8277-7db523f0061c/scratchpad/huongdan/compan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810512"/>
            <a:ext cx="38404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3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TAY HƯỚNG DẪN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2121408"/>
            <a:ext cx="6492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APP</a:t>
            </a:r>
            <a:endParaRPr lang="en-US" sz="4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THẠNH HƯƠNG</a:t>
            </a:r>
            <a:endParaRPr lang="en-US" sz="4100" dirty="0"/>
          </a:p>
        </p:txBody>
      </p:sp>
      <p:sp>
        <p:nvSpPr>
          <p:cNvPr id="8" name="Text 5"/>
          <p:cNvSpPr/>
          <p:nvPr/>
        </p:nvSpPr>
        <p:spPr>
          <a:xfrm>
            <a:off x="685800" y="3794760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9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 Telegram giúp nhập liệu tự động: đọc căn cước, phiếu cân, ghi sổ mua lúa — chỉ bằng cách chụp ảnh và bấm nút.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85800" y="4846320"/>
            <a:ext cx="4846320" cy="658368"/>
          </a:xfrm>
          <a:prstGeom prst="roundRect">
            <a:avLst>
              <a:gd name="adj" fmla="val 13889"/>
            </a:avLst>
          </a:prstGeom>
          <a:solidFill>
            <a:srgbClr val="D3AF2D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4846320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Tài liệu hướng dẫn nhân viên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5800" y="58521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3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TNHH TM DV XNK THÀNH HƯNG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61813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máy Xay xát Gạo Thạnh Hương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6455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thực hiện: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 Tấn Phương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App Thạnh Hương là gì?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một trợ lý chạy ngay trong Telegram. Nhân viên chỉ cần chụp ảnh giấy tờ,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tự đọc và ghi dữ liệu vào bảng tính — không phải nhập tay.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32179" y="3063240"/>
            <a:ext cx="1005840" cy="1005840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7" name="Text 5"/>
          <p:cNvSpPr/>
          <p:nvPr/>
        </p:nvSpPr>
        <p:spPr>
          <a:xfrm>
            <a:off x="1432179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⏱️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Nhanh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ảnh ~15 giây là có dữ liệu, khỏi gõ tay từng 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12998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05097" y="3063240"/>
            <a:ext cx="1005840" cy="1005840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12" name="Text 10"/>
          <p:cNvSpPr/>
          <p:nvPr/>
        </p:nvSpPr>
        <p:spPr>
          <a:xfrm>
            <a:off x="4205097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04438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Ít sai sót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41598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đọc số liệu, tự đánh dấu tấm nào cần kiểm tra lại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85916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78015" y="3063240"/>
            <a:ext cx="1005840" cy="1005840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17" name="Text 15"/>
          <p:cNvSpPr/>
          <p:nvPr/>
        </p:nvSpPr>
        <p:spPr>
          <a:xfrm>
            <a:off x="6978015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77356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Gọn gàng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14516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dữ liệu gom về một chỗ, xem trên điện thoại mọi lúc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58834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50933" y="3063240"/>
            <a:ext cx="1005840" cy="1005840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22" name="Text 20"/>
          <p:cNvSpPr/>
          <p:nvPr/>
        </p:nvSpPr>
        <p:spPr>
          <a:xfrm>
            <a:off x="9750933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💰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0274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Tiết kiệm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187434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gần như bằng 0, không tốn giấy tờ sổ sách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ĐẦU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Chuẩn bị — 3 bước làm 1 lần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2424" cy="3383280"/>
          </a:xfrm>
          <a:prstGeom prst="roundRect">
            <a:avLst>
              <a:gd name="adj" fmla="val 3784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514600"/>
            <a:ext cx="868680" cy="86868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5146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5840" y="3611880"/>
            <a:ext cx="2660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Cài Telegram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206240"/>
            <a:ext cx="26609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app Telegram (App Store / CH Play), đăng ký bằng số điện thoại của bạn.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86784" y="3474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8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92424" cy="3383280"/>
          </a:xfrm>
          <a:prstGeom prst="roundRect">
            <a:avLst>
              <a:gd name="adj" fmla="val 3784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9744" y="2514600"/>
            <a:ext cx="868680" cy="86868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146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64024" y="3611880"/>
            <a:ext cx="2660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bot &amp; bấm START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64024" y="4206240"/>
            <a:ext cx="26609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vào đường link bot do quản lý gửi (qua Zalo), rồi bấm nút START.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44968" y="3474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8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156448" y="2148840"/>
            <a:ext cx="3392424" cy="3383280"/>
          </a:xfrm>
          <a:prstGeom prst="roundRect">
            <a:avLst>
              <a:gd name="adj" fmla="val 3784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67928" y="2514600"/>
            <a:ext cx="868680" cy="86868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567928" y="25146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522208" y="3611880"/>
            <a:ext cx="2660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cấp quyền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22208" y="4206240"/>
            <a:ext cx="26609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Lần đầu bot báo "chưa được cấp quyền" kèm 1 MÃ SỐ. Gửi mã đó cho quản lý để được mở khoá.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Xong 3 bước này là dùng mãi mãi, không phải làm lại.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HÌNH CHÍNH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Gõ /start — rồi bấm 4 nút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khi gõ /start, hãy ĐÓNG bàn phím chữ → 4 nút sẽ hiện sẵn ở khung nhập tin. Bấm nút là chạy, khỏi gõ lệnh.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43200"/>
            <a:ext cx="914400" cy="914400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🪪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057400" y="265176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Thêm CCCD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057400" y="315468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căn cước → lưu thông tin người bán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23076" y="237744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43116" y="2743200"/>
            <a:ext cx="914400" cy="914400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12" name="Text 10"/>
          <p:cNvSpPr/>
          <p:nvPr/>
        </p:nvSpPr>
        <p:spPr>
          <a:xfrm>
            <a:off x="6643116" y="2743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⚖️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40396" y="265176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Phiếu cân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740396" y="315468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phiếu cân → ghi vào sổ cân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4663440"/>
            <a:ext cx="914400" cy="914400"/>
          </a:xfrm>
          <a:prstGeom prst="ellipse">
            <a:avLst/>
          </a:prstGeom>
          <a:solidFill>
            <a:srgbClr val="9C7714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63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057400" y="457200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Mua lúa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057400" y="507492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thông tin → ghi sổ mua lúa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23076" y="429768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43116" y="4663440"/>
            <a:ext cx="914400" cy="914400"/>
          </a:xfrm>
          <a:prstGeom prst="ellipse">
            <a:avLst/>
          </a:prstGeom>
          <a:solidFill>
            <a:srgbClr val="4E8C55"/>
          </a:solidFill>
          <a:ln/>
        </p:spPr>
      </p:sp>
      <p:sp>
        <p:nvSpPr>
          <p:cNvPr id="22" name="Text 20"/>
          <p:cNvSpPr/>
          <p:nvPr/>
        </p:nvSpPr>
        <p:spPr>
          <a:xfrm>
            <a:off x="6643116" y="4663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740396" y="457200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cáo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740396" y="507492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tổng hợp trong ngày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🪪 Thêm CCCD người bán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360152" y="50292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🪪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96237"/>
            <a:ext cx="768096" cy="768096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9623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011680" y="200253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Bấm nút "🪪 Thêm CCCD"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011680" y="242316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trả lời: "Đã bật chế độ CCCD. Hãy gửi ảnh căn cước."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6893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2890647"/>
            <a:ext cx="768096" cy="768096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89064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11680" y="299694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Chụp / gửi ảnh căn cước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341757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người 1 tấm ảnh riêng — chụp rõ mặt trước (và mặt sau nếu cần).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86334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885057"/>
            <a:ext cx="768096" cy="768096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88505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11680" y="399135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Đợi ~15 giây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011680" y="441198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đọc xong sẽ báo "✅ Đã lưu CCCD" kèm họ tên, số CCCD, địa chỉ.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85775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879467"/>
            <a:ext cx="768096" cy="768096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87946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011680" y="498576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tự vào bảng CCCD_DATA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011680" y="540639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gõ tay. Tấm nào mờ, bot đánh dấu "Cần kiểm tra = CÓ".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Nhớ BẤM NÚT trước rồi mới gửi ảnh — để bot biết đó là căn cước.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⚖️ Chụp phiếu cân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360152" y="50292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⚖️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96237"/>
            <a:ext cx="768096" cy="768096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9623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011680" y="200253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Bấm nút "⚖️ Phiếu cân"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011680" y="242316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trả lời: "Đã bật chế độ Phiếu cân. Hãy gửi ảnh phiếu cân."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6893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2890647"/>
            <a:ext cx="768096" cy="768096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89064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11680" y="299694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ảnh phiếu cân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341757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cả phiếu IN và phiếu VIẾT TAY. Chụp rõ các con số.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86334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885057"/>
            <a:ext cx="768096" cy="768096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88505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11680" y="399135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 đọc &amp; kiểm tra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011680" y="441198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đọc loại hàng, số xe, trọng lượng, và kiểm tra phép trừ cân.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85775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879467"/>
            <a:ext cx="768096" cy="768096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87946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011680" y="498576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vào bảng PHIEU_CAN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011680" y="540639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báo kết quả. Nếu số cân lệch, tự gắn "Cần kiểm tra".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Chụp thẳng, đủ sáng, thấy rõ số cân là bot đọc chuẩn nhất.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Ghi mua lúa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theo đúng mẫu, các phần ngăn nhau bằng dấu gạch đứng  |  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15451F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3A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Tên người bán | Loại lúa | Số kg | Đơn giá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4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 thực tế: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F7EFD6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3703320"/>
            <a:ext cx="101772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 | Diệp Thành Hòa | OM5451 | 5200 | 8200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800600"/>
            <a:ext cx="3392424" cy="1234440"/>
          </a:xfrm>
          <a:prstGeom prst="roundRect">
            <a:avLst>
              <a:gd name="adj" fmla="val 1037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🔎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08760" y="4956048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Tự tra người bán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5321808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tìm trong CCCD_DATA, tự điền số CCCD + địa chỉ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98264" y="4800600"/>
            <a:ext cx="3392424" cy="1234440"/>
          </a:xfrm>
          <a:prstGeom prst="roundRect">
            <a:avLst>
              <a:gd name="adj" fmla="val 1037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81144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🧮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266944" y="4956048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Tự tính tiền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66944" y="5321808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kg × đơn giá = thành tiền, khỏi bấm máy tính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4800600"/>
            <a:ext cx="3392424" cy="1234440"/>
          </a:xfrm>
          <a:prstGeom prst="roundRect">
            <a:avLst>
              <a:gd name="adj" fmla="val 1037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39328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📒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025128" y="4956048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sổ MUA_LUA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25128" y="5321808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thành 1 dòng, xem lại bất cứ lúc nào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4 &amp;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cáo &amp; Tra cứu nhanh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377440"/>
            <a:ext cx="914400" cy="914400"/>
          </a:xfrm>
          <a:prstGeom prst="ellipse">
            <a:avLst/>
          </a:prstGeom>
          <a:solidFill>
            <a:srgbClr val="4E8C5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94560" y="2468880"/>
            <a:ext cx="34884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cáo hôm nay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52044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nút </a:t>
            </a:r>
            <a:pPr indent="0" marL="0">
              <a:buNone/>
            </a:pPr>
            <a:r>
              <a:rPr lang="en-US" sz="1400" b="1" dirty="0">
                <a:solidFill>
                  <a:srgbClr val="154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Báo cáo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3886200"/>
            <a:ext cx="431139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trả về ngay trong ngày: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Số phiếu cân đã ghi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Tổng khối lượng hàng (kg)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Số phiếu cần kiểm tra lại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23076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F7EFD6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80276" y="2377440"/>
            <a:ext cx="914400" cy="914400"/>
          </a:xfrm>
          <a:prstGeom prst="ellipse">
            <a:avLst/>
          </a:prstGeom>
          <a:solidFill>
            <a:srgbClr val="9C7714"/>
          </a:solidFill>
          <a:ln/>
        </p:spPr>
      </p:sp>
      <p:sp>
        <p:nvSpPr>
          <p:cNvPr id="12" name="Text 10"/>
          <p:cNvSpPr/>
          <p:nvPr/>
        </p:nvSpPr>
        <p:spPr>
          <a:xfrm>
            <a:off x="6780276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877556" y="2468880"/>
            <a:ext cx="34884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 người bán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80276" y="342900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nhanh để tìm lại thông tin đã lưu: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80276" y="3886200"/>
            <a:ext cx="4311396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63156" y="3886200"/>
            <a:ext cx="39456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Diệp Thành Hòa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780276" y="4617720"/>
            <a:ext cx="4311396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63156" y="4617720"/>
            <a:ext cx="39456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052134002261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80276" y="534924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 hiện họ tên, số CCCD, ngày sinh, địa chỉ.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BÍ QUYẾT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Chụp ảnh sao cho bot đọc chuẩn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EAF5EC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19456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6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  </a:t>
            </a:r>
            <a:pPr indent="0" marL="0">
              <a:buNone/>
            </a:pPr>
            <a:r>
              <a:rPr lang="en-US" sz="2000" b="1" dirty="0">
                <a:solidFill>
                  <a:srgbClr val="236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NÊN LÀM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2880360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36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đủ sáng, rõ nét, không bị lóa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3538728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36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giấy tờ thẳng, thấy hết 4 góc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4197096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36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căn cước chụp 1 tấm riêng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88720" y="4855464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36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JPG/PNG bình thường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23076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FBEDEA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80276" y="219456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❌  </a:t>
            </a:r>
            <a:pPr indent="0" marL="0">
              <a:buNone/>
            </a:pPr>
            <a:r>
              <a:rPr lang="en-US" sz="2000" b="1" dirty="0">
                <a:solidFill>
                  <a:srgbClr val="B0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TRÁNH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71716" y="2880360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mờ, tối, chụp nghiêng bị méo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871716" y="3538728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Gộp nhiều căn cước trong 1 tấm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871716" y="4197096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HEIC (iPhone) — nên đổi sang JPG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871716" y="4855464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thiếu góc, che mất số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Tấm nào bot không chắc, nó tự ghi "Cần kiểm tra = CÓ" để mình rà lại.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Mọi thứ lưu ở đâu?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Tất cả dữ liệu gom vào Google Sheets (bảng tính) — xem được trên điện thoại và máy tính.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2424" cy="3291840"/>
          </a:xfrm>
          <a:prstGeom prst="roundRect">
            <a:avLst>
              <a:gd name="adj" fmla="val 3889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87652" y="2651760"/>
            <a:ext cx="1097280" cy="1097280"/>
          </a:xfrm>
          <a:prstGeom prst="ellipse">
            <a:avLst/>
          </a:prstGeom>
          <a:solidFill>
            <a:srgbClr val="15451F"/>
          </a:solidFill>
          <a:ln/>
        </p:spPr>
      </p:sp>
      <p:sp>
        <p:nvSpPr>
          <p:cNvPr id="7" name="Text 5"/>
          <p:cNvSpPr/>
          <p:nvPr/>
        </p:nvSpPr>
        <p:spPr>
          <a:xfrm>
            <a:off x="1787652" y="2651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📇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388620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45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CCCD_DATA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4434840"/>
            <a:ext cx="27523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căn cước của người bán: họ tên, số CCCD, ngày sinh, địa chỉ...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8264" y="2331720"/>
            <a:ext cx="3392424" cy="3291840"/>
          </a:xfrm>
          <a:prstGeom prst="roundRect">
            <a:avLst>
              <a:gd name="adj" fmla="val 3889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45836" y="2651760"/>
            <a:ext cx="1097280" cy="1097280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12" name="Text 10"/>
          <p:cNvSpPr/>
          <p:nvPr/>
        </p:nvSpPr>
        <p:spPr>
          <a:xfrm>
            <a:off x="5545836" y="2651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⚖️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81144" y="388620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45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PHIEU_CAN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18304" y="4434840"/>
            <a:ext cx="27523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phiếu cân nhập/xuất: loại hàng, số xe, trọng lượng, độ ẩm...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6448" y="2331720"/>
            <a:ext cx="3392424" cy="3291840"/>
          </a:xfrm>
          <a:prstGeom prst="roundRect">
            <a:avLst>
              <a:gd name="adj" fmla="val 3889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04020" y="2651760"/>
            <a:ext cx="1097280" cy="1097280"/>
          </a:xfrm>
          <a:prstGeom prst="ellipse">
            <a:avLst/>
          </a:prstGeom>
          <a:solidFill>
            <a:srgbClr val="9C7714"/>
          </a:solidFill>
          <a:ln/>
        </p:spPr>
      </p:sp>
      <p:sp>
        <p:nvSpPr>
          <p:cNvPr id="17" name="Text 15"/>
          <p:cNvSpPr/>
          <p:nvPr/>
        </p:nvSpPr>
        <p:spPr>
          <a:xfrm>
            <a:off x="9304020" y="2651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📒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339328" y="388620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45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MUA_LUA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6488" y="4434840"/>
            <a:ext cx="27523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mua lúa: người bán, loại lúa, số kg, đơn giá, thành tiền.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Đây là dữ liệu cá nhân — chỉ mở cho người có phận sự, không chia sẻ ra ngoài.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7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GẶP TRỤC TRẶC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sự cố thường gặp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548640" cy="54864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07568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thấy nút bấm?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83080" y="242316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/start một lần, rồi ĐÓNG bàn phím chữ — nút sẽ hiện ở khung nhập tin.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00400"/>
            <a:ext cx="548640" cy="54864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12724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"chưa được cấp quyền"?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783080" y="347472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MÃ SỐ bot gửi, gửi cho quản lý để được thêm vào danh sách.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251960"/>
            <a:ext cx="548640" cy="54864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51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17880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ảnh mà bot im lặng?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83080" y="452628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Đợi ~15 giây. Nếu vẫn im: kiểm tra đã bấm đúng nút chế độ chưa, ảnh có mờ không.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EDF3E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60120" y="5303520"/>
            <a:ext cx="548640" cy="54864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303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23036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4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 đọc sai thông tin?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83080" y="557784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bảng tính sửa lại tay. Lọc cột "Cần kiểm tra = CÓ" để soát nhanh.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5486400" cy="5486400"/>
          </a:xfrm>
          <a:prstGeom prst="ellipse">
            <a:avLst/>
          </a:prstGeom>
          <a:solidFill>
            <a:srgbClr val="236B3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828800"/>
            <a:ext cx="5029200" cy="5029200"/>
          </a:xfrm>
          <a:prstGeom prst="ellipse">
            <a:avLst/>
          </a:prstGeom>
          <a:solidFill>
            <a:srgbClr val="0F3316"/>
          </a:solidFill>
          <a:ln/>
        </p:spPr>
      </p:sp>
      <p:sp>
        <p:nvSpPr>
          <p:cNvPr id="4" name="Shape 2"/>
          <p:cNvSpPr/>
          <p:nvPr/>
        </p:nvSpPr>
        <p:spPr>
          <a:xfrm>
            <a:off x="9052560" y="640080"/>
            <a:ext cx="2606040" cy="1783080"/>
          </a:xfrm>
          <a:prstGeom prst="roundRect">
            <a:avLst>
              <a:gd name="adj" fmla="val 7179"/>
            </a:avLst>
          </a:prstGeom>
          <a:solidFill>
            <a:srgbClr val="F4EDD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pic>
        <p:nvPicPr>
          <p:cNvPr id="5" name="Image 0" descr="/tmp/claude-0/-home-user-n8n/e6b51ae7-6c99-5683-8277-7db523f0061c/scratchpad/huongdan/compan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841248"/>
            <a:ext cx="2331720" cy="1554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D3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QUY TẮC VÀNG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1430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an toàn cho dữ liệu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502920" cy="50292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22402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chia sẻ đường link bot cho người ngoài công ty.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71600" y="30175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dùng ảnh căn cước cho mục đích ngoài công việc.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3794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nhân viên được cấp quyền mới sử dụng bot.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3AF2D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45720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Thấy sai sót thì báo quản lý, không tự ý sửa lung tung.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23036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F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soạn &amp; triển khai:  </a:t>
            </a:r>
            <a:pPr algn="r" indent="0" marL="0">
              <a:buNone/>
            </a:pPr>
            <a:r>
              <a:rPr lang="en-US" sz="1300" b="1" dirty="0">
                <a:solidFill>
                  <a:srgbClr val="D3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 Tấn Phương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4118"/>
            </a:avLst>
          </a:prstGeom>
          <a:solidFill>
            <a:srgbClr val="D3AF2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40080" y="5623560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 Chúc cả nhà làm việc thật nhẹ nhàng và hiệu quả!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2026-08-04T14:15:09Z</dcterms:created>
  <dcterms:modified xsi:type="dcterms:W3CDTF">2026-08-04T14:15:09Z</dcterms:modified>
</cp:coreProperties>
</file>